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2" r:id="rId3"/>
    <p:sldId id="263" r:id="rId4"/>
    <p:sldId id="257" r:id="rId5"/>
    <p:sldId id="259" r:id="rId6"/>
    <p:sldId id="260" r:id="rId7"/>
    <p:sldId id="264" r:id="rId8"/>
    <p:sldId id="265" r:id="rId9"/>
    <p:sldId id="266" r:id="rId10"/>
    <p:sldId id="272" r:id="rId11"/>
    <p:sldId id="271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9" d="100"/>
          <a:sy n="59" d="100"/>
        </p:scale>
        <p:origin x="940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8BE7DF-03B3-C2F7-1435-16B00A82708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7C12439-97EB-0F16-7069-56A3325DB32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D33039-7919-F96A-3344-A7DEBF87E6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D4E9A8-CBCC-4692-B322-DD87C214D007}" type="datetimeFigureOut">
              <a:rPr lang="en-US" smtClean="0"/>
              <a:t>11/29/2023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F75DA2-4048-AA08-F761-9C2710B2DC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2119AE-FB4E-82EF-7F65-809160D315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8EBA00-2B78-4EC4-B0FB-84EAB80D9F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42526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B02775-7DA2-D782-C58B-09CACE661D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6859B8-36B3-E669-3254-A1518270A8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BD25DA-28E1-6097-F762-974A4AC9AD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D4E9A8-CBCC-4692-B322-DD87C214D007}" type="datetimeFigureOut">
              <a:rPr lang="en-US" smtClean="0"/>
              <a:t>11/29/2023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784A0E-66D2-1391-AE6F-E7B96B1237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641BF7-BB2F-D7AB-B962-89B12EEA2D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8EBA00-2B78-4EC4-B0FB-84EAB80D9F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4357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10B45E-55C4-0196-39DB-98666FB466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35CD56-04CD-A4AF-E6B9-4E2E559762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6D2C69-1FA8-7833-1A7E-08B139FDA6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D4E9A8-CBCC-4692-B322-DD87C214D007}" type="datetimeFigureOut">
              <a:rPr lang="en-US" smtClean="0"/>
              <a:t>11/29/2023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36D29F-B488-0372-8721-7F05760B2B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2E366C-9EE6-C970-D864-3548D24930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8EBA00-2B78-4EC4-B0FB-84EAB80D9F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70930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2B2347-F117-87C4-EE31-41FECEA6DC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C97DF2-FE8B-1957-7649-CC99F58CAA1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F5062A2-8FD4-0392-4F47-8C3B109134D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D6FD41A-8644-2F4A-6DA5-D677EA26C6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D4E9A8-CBCC-4692-B322-DD87C214D007}" type="datetimeFigureOut">
              <a:rPr lang="en-US" smtClean="0"/>
              <a:t>11/29/2023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CD0854C-3B0B-5B15-1FB0-719B409951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48F0969-1EFF-BC4C-35DD-FACA909B22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8EBA00-2B78-4EC4-B0FB-84EAB80D9F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78767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043B19-E4CC-19D0-AF35-9AA8D27A06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E5DD0B1-B097-6ED6-4E18-48232EB4B8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F507C0B-1441-E709-1745-0380E8F87A7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BDB29D6-A261-7880-9A47-3CA05F732BA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71414DC-4327-B937-6F4E-2C34895E60A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087A80A-A042-C242-E4DE-A2F42DFDC8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D4E9A8-CBCC-4692-B322-DD87C214D007}" type="datetimeFigureOut">
              <a:rPr lang="en-US" smtClean="0"/>
              <a:t>11/29/2023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A1A4E00-9854-2E9E-1933-3D00ACA4E4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4852564-8070-1BA9-A1B7-073E112D8D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8EBA00-2B78-4EC4-B0FB-84EAB80D9F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77256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1A3846-F752-397A-FD78-B82DBD8E02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D74A7E1-1872-51C4-4E2F-45D0832E2C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D4E9A8-CBCC-4692-B322-DD87C214D007}" type="datetimeFigureOut">
              <a:rPr lang="en-US" smtClean="0"/>
              <a:t>11/29/2023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FC81CBC-1CFF-B1BD-B6F4-BF3530DF7F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AA7B5C6-A81C-042F-31A8-525EC6D4CE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8EBA00-2B78-4EC4-B0FB-84EAB80D9F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88772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493AE81-9BDA-237F-5AED-E41D774B5D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D4E9A8-CBCC-4692-B322-DD87C214D007}" type="datetimeFigureOut">
              <a:rPr lang="en-US" smtClean="0"/>
              <a:t>11/29/2023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37B32A0-AE70-480C-2321-983C4ED758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A5F95C8-025E-7EE0-812C-3EB1580671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8EBA00-2B78-4EC4-B0FB-84EAB80D9F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53721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1D2744-A64E-9EBA-F2C2-924E04EE84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693D2A-1C18-7C56-DFAD-897AEE1DE2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72CA319-0F48-5F98-9977-6A7F6DFB92D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1F7119F-3256-44C6-6D10-870FEC424F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D4E9A8-CBCC-4692-B322-DD87C214D007}" type="datetimeFigureOut">
              <a:rPr lang="en-US" smtClean="0"/>
              <a:t>11/29/2023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5FF7646-D96F-21AE-0CAE-94B841B829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7B90F6-CC3C-FD86-0AC6-32D6513A43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8EBA00-2B78-4EC4-B0FB-84EAB80D9F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63357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15FF48-6852-2344-C4BE-51EE24AC23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BE8339B-C184-651E-9617-BDECD0FB2DE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4E6F5D0-708D-24A5-A4B5-A79979D9403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E7B14C5-A956-D79E-CF87-1A505C5901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D4E9A8-CBCC-4692-B322-DD87C214D007}" type="datetimeFigureOut">
              <a:rPr lang="en-US" smtClean="0"/>
              <a:t>11/29/2023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7C6C8CF-9B0D-5606-8B85-F87CA9312F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69B0172-0F72-F62C-B97A-208749034E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8EBA00-2B78-4EC4-B0FB-84EAB80D9F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03662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402902-3A16-B88C-5BFB-461A745D82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1E96652-F095-2246-7314-62DA9717D86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8B18ED-91A6-B3AC-4621-07BD6CBD38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D4E9A8-CBCC-4692-B322-DD87C214D007}" type="datetimeFigureOut">
              <a:rPr lang="en-US" smtClean="0"/>
              <a:t>11/29/2023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BBCB33-7D97-07B3-734E-398EEDA3CC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A990B7-B701-5D0B-6736-FF4091A3F5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8EBA00-2B78-4EC4-B0FB-84EAB80D9F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02737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FCEA73B-906C-2DBD-39CB-3E38FFB7251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8462495-C16D-2ADB-F829-E247FA6174E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36C560-05C7-D30E-3243-C08CCB498E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D4E9A8-CBCC-4692-B322-DD87C214D007}" type="datetimeFigureOut">
              <a:rPr lang="en-US" smtClean="0"/>
              <a:t>11/29/2023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DDAE08-C9F4-48F4-0719-95CAB01A2C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E6935B-0D70-DCCF-7146-D0B4025035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8EBA00-2B78-4EC4-B0FB-84EAB80D9F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2631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B92252B-0FCE-C35C-B8FF-4BB0149B77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41C261F-90F4-49CA-3BD4-83C5B8D1A4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B61FBD-B1DB-97C9-FF3B-4554BE0B7B3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4D4E9A8-CBCC-4692-B322-DD87C214D007}" type="datetimeFigureOut">
              <a:rPr lang="en-US" smtClean="0"/>
              <a:t>11/29/2023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122E02-3789-4D83-7516-BC32902C33B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028506-32C1-A44B-3C87-CC326E977A9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F8EBA00-2B78-4EC4-B0FB-84EAB80D9F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5669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16F66F-3F92-F470-1F8A-2A5CCCFF78D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47A5783-7D3A-B15F-9B1D-C6B0D1E957D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94E3C34-D2BE-DE6F-A064-8D168FE940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49" y="0"/>
            <a:ext cx="1217930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0375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DB97321-2BD3-419A-E81F-C2E4F702A2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73310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3F4232B-4653-6987-70CB-CF20BD759A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7048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3BD58A-66B4-E803-91E0-A75BF86ACC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5774CA-818F-DFFA-8E48-D9E90FF79B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F17B19E-79B9-EBC4-7EC3-4A01A54B17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75779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4BD8D4E-BD4B-23A6-1876-FB5ED4F1D6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08792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6A4D357-C614-C60E-26DB-262029A67E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12395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0877F2D-DA45-5DBC-6E3B-9ED42B4BE4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97971"/>
            <a:ext cx="12192000" cy="69559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09888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52186C7-DAEC-965B-F54B-05804A669C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176116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876E9E4-990D-2ABD-3E9B-357AF495EB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582632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login screen&#10;&#10;Description automatically generated">
            <a:extLst>
              <a:ext uri="{FF2B5EF4-FFF2-40B4-BE49-F238E27FC236}">
                <a16:creationId xmlns:a16="http://schemas.microsoft.com/office/drawing/2014/main" id="{D29E4E1C-A5AF-3B9B-3DB5-DC9E63521F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181514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omputer&#10;&#10;Description automatically generated">
            <a:extLst>
              <a:ext uri="{FF2B5EF4-FFF2-40B4-BE49-F238E27FC236}">
                <a16:creationId xmlns:a16="http://schemas.microsoft.com/office/drawing/2014/main" id="{535035AA-7990-0624-D90A-5F256E335AA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12192000" cy="67600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304751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omputer&#10;&#10;Description automatically generated">
            <a:extLst>
              <a:ext uri="{FF2B5EF4-FFF2-40B4-BE49-F238E27FC236}">
                <a16:creationId xmlns:a16="http://schemas.microsoft.com/office/drawing/2014/main" id="{5CAA9BBF-9E4D-FDDA-B293-FDF3BA9EC6C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614659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omputer&#10;&#10;Description automatically generated">
            <a:extLst>
              <a:ext uri="{FF2B5EF4-FFF2-40B4-BE49-F238E27FC236}">
                <a16:creationId xmlns:a16="http://schemas.microsoft.com/office/drawing/2014/main" id="{B0003672-10D7-B4DE-1094-3D53CE968F9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12192000" cy="6858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31432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quiz&#10;&#10;Description automatically generated">
            <a:extLst>
              <a:ext uri="{FF2B5EF4-FFF2-40B4-BE49-F238E27FC236}">
                <a16:creationId xmlns:a16="http://schemas.microsoft.com/office/drawing/2014/main" id="{D0DC41D9-3F9B-1C51-9DA1-4441A0AB18D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664745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259</TotalTime>
  <Words>0</Words>
  <Application>Microsoft Office PowerPoint</Application>
  <PresentationFormat>Widescreen</PresentationFormat>
  <Paragraphs>0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Binghamton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Shubham Shetty</dc:creator>
  <cp:lastModifiedBy>Shubham Shetty</cp:lastModifiedBy>
  <cp:revision>3</cp:revision>
  <dcterms:created xsi:type="dcterms:W3CDTF">2023-11-29T04:53:49Z</dcterms:created>
  <dcterms:modified xsi:type="dcterms:W3CDTF">2023-11-29T16:27:41Z</dcterms:modified>
</cp:coreProperties>
</file>